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4" r:id="rId1"/>
  </p:sldMasterIdLst>
  <p:sldIdLst>
    <p:sldId id="287" r:id="rId2"/>
    <p:sldId id="257" r:id="rId3"/>
    <p:sldId id="268" r:id="rId4"/>
    <p:sldId id="264" r:id="rId5"/>
    <p:sldId id="258" r:id="rId6"/>
    <p:sldId id="265" r:id="rId7"/>
    <p:sldId id="267" r:id="rId8"/>
    <p:sldId id="280" r:id="rId9"/>
    <p:sldId id="277" r:id="rId10"/>
    <p:sldId id="260" r:id="rId11"/>
    <p:sldId id="281" r:id="rId12"/>
    <p:sldId id="285" r:id="rId13"/>
    <p:sldId id="286" r:id="rId14"/>
    <p:sldId id="282" r:id="rId15"/>
    <p:sldId id="284" r:id="rId16"/>
    <p:sldId id="270" r:id="rId17"/>
    <p:sldId id="269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제목 없는 구역" id="{794FB59C-9094-47D1-BFB7-AD5316E3B6F7}">
          <p14:sldIdLst>
            <p14:sldId id="287"/>
            <p14:sldId id="257"/>
            <p14:sldId id="268"/>
            <p14:sldId id="264"/>
            <p14:sldId id="258"/>
            <p14:sldId id="265"/>
            <p14:sldId id="267"/>
            <p14:sldId id="280"/>
            <p14:sldId id="277"/>
            <p14:sldId id="260"/>
            <p14:sldId id="281"/>
            <p14:sldId id="285"/>
            <p14:sldId id="286"/>
            <p14:sldId id="282"/>
            <p14:sldId id="284"/>
            <p14:sldId id="270"/>
            <p14:sldId id="26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692" autoAdjust="0"/>
    <p:restoredTop sz="94660" autoAdjust="0"/>
  </p:normalViewPr>
  <p:slideViewPr>
    <p:cSldViewPr snapToGrid="0">
      <p:cViewPr varScale="1">
        <p:scale>
          <a:sx n="76" d="100"/>
          <a:sy n="76" d="100"/>
        </p:scale>
        <p:origin x="906" y="9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5269" y="1122363"/>
            <a:ext cx="9001462" cy="2387600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5269" y="3602038"/>
            <a:ext cx="9001462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37CCD-F3DA-40D1-A6AE-EFB3CF9800AA}" type="datetimeFigureOut">
              <a:rPr lang="ko-KR" altLang="en-US" smtClean="0"/>
              <a:t>2016-09-08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0F52A-2A20-4CEE-9247-B8D6BCE848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465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37CCD-F3DA-40D1-A6AE-EFB3CF9800AA}" type="datetimeFigureOut">
              <a:rPr lang="ko-KR" altLang="en-US" smtClean="0"/>
              <a:t>2016-09-08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0F52A-2A20-4CEE-9247-B8D6BCE848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555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9244" y="657226"/>
            <a:ext cx="9733512" cy="2852737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9244" y="3602038"/>
            <a:ext cx="9733512" cy="1500187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37CCD-F3DA-40D1-A6AE-EFB3CF9800AA}" type="datetimeFigureOut">
              <a:rPr lang="ko-KR" altLang="en-US" smtClean="0"/>
              <a:t>2016-09-08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0F52A-2A20-4CEE-9247-B8D6BCE848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92050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88319"/>
            <a:ext cx="5106004" cy="3702881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403" y="2088319"/>
            <a:ext cx="5094154" cy="3702881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37CCD-F3DA-40D1-A6AE-EFB3CF9800AA}" type="datetimeFigureOut">
              <a:rPr lang="ko-KR" altLang="en-US" smtClean="0"/>
              <a:t>2016-09-08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0F52A-2A20-4CEE-9247-B8D6BCE848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8767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804" y="2088320"/>
            <a:ext cx="4879199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3795" y="2912232"/>
            <a:ext cx="5107208" cy="287896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2003" y="2088320"/>
            <a:ext cx="4865554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912232"/>
            <a:ext cx="5095357" cy="287896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37CCD-F3DA-40D1-A6AE-EFB3CF9800AA}" type="datetimeFigureOut">
              <a:rPr lang="ko-KR" altLang="en-US" smtClean="0"/>
              <a:t>2016-09-08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0F52A-2A20-4CEE-9247-B8D6BCE848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0531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37CCD-F3DA-40D1-A6AE-EFB3CF9800AA}" type="datetimeFigureOut">
              <a:rPr lang="ko-KR" altLang="en-US" smtClean="0"/>
              <a:t>2016-09-08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0F52A-2A20-4CEE-9247-B8D6BCE848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70740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37CCD-F3DA-40D1-A6AE-EFB3CF9800AA}" type="datetimeFigureOut">
              <a:rPr lang="ko-KR" altLang="en-US" smtClean="0"/>
              <a:t>2016-09-08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0F52A-2A20-4CEE-9247-B8D6BCE848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53800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8" y="609600"/>
            <a:ext cx="3932237" cy="2362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8064" y="609600"/>
            <a:ext cx="6189492" cy="5181600"/>
          </a:xfrm>
        </p:spPr>
        <p:txBody>
          <a:bodyPr anchor="ctr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228" y="2971800"/>
            <a:ext cx="3932237" cy="2819399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37CCD-F3DA-40D1-A6AE-EFB3CF9800AA}" type="datetimeFigureOut">
              <a:rPr lang="ko-KR" altLang="en-US" smtClean="0"/>
              <a:t>2016-09-08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0F52A-2A20-4CEE-9247-B8D6BCE848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2242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7" y="609600"/>
            <a:ext cx="5929773" cy="2362200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4" y="758881"/>
            <a:ext cx="3255356" cy="4883038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971800"/>
            <a:ext cx="5934950" cy="28194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37CCD-F3DA-40D1-A6AE-EFB3CF9800AA}" type="datetimeFigureOut">
              <a:rPr lang="ko-KR" altLang="en-US" smtClean="0"/>
              <a:t>2016-09-08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0F52A-2A20-4CEE-9247-B8D6BCE848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51060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289372"/>
            <a:ext cx="10367564" cy="819355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3806" y="621321"/>
            <a:ext cx="10367564" cy="3379735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65998" cy="682472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37CCD-F3DA-40D1-A6AE-EFB3CF9800AA}" type="datetimeFigureOut">
              <a:rPr lang="ko-KR" altLang="en-US" smtClean="0"/>
              <a:t>2016-09-08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0F52A-2A20-4CEE-9247-B8D6BCE848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45871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3424859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4204820"/>
            <a:ext cx="10353761" cy="159218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37CCD-F3DA-40D1-A6AE-EFB3CF9800AA}" type="datetimeFigureOut">
              <a:rPr lang="ko-KR" altLang="en-US" smtClean="0"/>
              <a:t>2016-09-08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0F52A-2A20-4CEE-9247-B8D6BCE848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03721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426812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04821"/>
            <a:ext cx="10353762" cy="15863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37CCD-F3DA-40D1-A6AE-EFB3CF9800AA}" type="datetimeFigureOut">
              <a:rPr lang="ko-KR" altLang="en-US" smtClean="0"/>
              <a:t>2016-09-08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0F52A-2A20-4CEE-9247-B8D6BCE8488A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1" name="TextBox 10"/>
          <p:cNvSpPr txBox="1"/>
          <p:nvPr/>
        </p:nvSpPr>
        <p:spPr>
          <a:xfrm>
            <a:off x="836612" y="73524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7956" y="297209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5950709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2126942"/>
            <a:ext cx="10355327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650556"/>
            <a:ext cx="10353763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37CCD-F3DA-40D1-A6AE-EFB3CF9800AA}" type="datetimeFigureOut">
              <a:rPr lang="ko-KR" altLang="en-US" smtClean="0"/>
              <a:t>2016-09-08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0F52A-2A20-4CEE-9247-B8D6BCE848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240108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2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4" y="2088319"/>
            <a:ext cx="3298956" cy="8233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4" y="2911624"/>
            <a:ext cx="3298956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4878" y="2088320"/>
            <a:ext cx="3298558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4878" y="2911624"/>
            <a:ext cx="329982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088320"/>
            <a:ext cx="3291211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6346" y="2911624"/>
            <a:ext cx="329121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37CCD-F3DA-40D1-A6AE-EFB3CF9800AA}" type="datetimeFigureOut">
              <a:rPr lang="ko-KR" altLang="en-US" smtClean="0"/>
              <a:t>2016-09-08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0F52A-2A20-4CEE-9247-B8D6BCE848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6975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4195899"/>
            <a:ext cx="3298955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92020" y="2298987"/>
            <a:ext cx="2940050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772161"/>
            <a:ext cx="3298955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01" y="4195899"/>
            <a:ext cx="3298983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98987"/>
            <a:ext cx="2930525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72160"/>
            <a:ext cx="3300336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423" y="4195899"/>
            <a:ext cx="3289900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52803" y="2298987"/>
            <a:ext cx="2932113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298" y="4772161"/>
            <a:ext cx="3294258" cy="1019037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37CCD-F3DA-40D1-A6AE-EFB3CF9800AA}" type="datetimeFigureOut">
              <a:rPr lang="ko-KR" altLang="en-US" smtClean="0"/>
              <a:t>2016-09-08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0F52A-2A20-4CEE-9247-B8D6BCE848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211815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37CCD-F3DA-40D1-A6AE-EFB3CF9800AA}" type="datetimeFigureOut">
              <a:rPr lang="ko-KR" altLang="en-US" smtClean="0"/>
              <a:t>2016-09-08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0F52A-2A20-4CEE-9247-B8D6BCE848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120362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599"/>
            <a:ext cx="254265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4" y="609599"/>
            <a:ext cx="7658705" cy="5181601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37CCD-F3DA-40D1-A6AE-EFB3CF9800AA}" type="datetimeFigureOut">
              <a:rPr lang="ko-KR" altLang="en-US" smtClean="0"/>
              <a:t>2016-09-08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0F52A-2A20-4CEE-9247-B8D6BCE848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59863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96064"/>
            <a:ext cx="10353762" cy="3695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837CCD-F3DA-40D1-A6AE-EFB3CF9800AA}" type="datetimeFigureOut">
              <a:rPr lang="ko-KR" altLang="en-US" smtClean="0"/>
              <a:t>2016-09-08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4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70F52A-2A20-4CEE-9247-B8D6BCE848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762101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  <p:sldLayoutId id="2147483726" r:id="rId12"/>
    <p:sldLayoutId id="2147483727" r:id="rId13"/>
    <p:sldLayoutId id="2147483728" r:id="rId14"/>
    <p:sldLayoutId id="2147483729" r:id="rId15"/>
    <p:sldLayoutId id="2147483730" r:id="rId16"/>
    <p:sldLayoutId id="2147483731" r:id="rId17"/>
  </p:sldLayoutIdLst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3400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3872802" y="1376363"/>
            <a:ext cx="9001462" cy="2387600"/>
          </a:xfrm>
        </p:spPr>
        <p:txBody>
          <a:bodyPr/>
          <a:lstStyle/>
          <a:p>
            <a:r>
              <a:rPr lang="ko-KR" altLang="en-US" dirty="0"/>
              <a:t>팀 </a:t>
            </a:r>
            <a:r>
              <a:rPr lang="ko-KR" altLang="en-US" dirty="0" err="1"/>
              <a:t>노량진스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7911403" y="3983037"/>
            <a:ext cx="3569397" cy="1655762"/>
          </a:xfrm>
        </p:spPr>
        <p:txBody>
          <a:bodyPr>
            <a:normAutofit/>
          </a:bodyPr>
          <a:lstStyle/>
          <a:p>
            <a:r>
              <a:rPr lang="ko-KR" altLang="en-US" sz="1800" dirty="0"/>
              <a:t>김경준</a:t>
            </a:r>
            <a:endParaRPr lang="en-US" altLang="ko-KR" sz="1800" dirty="0"/>
          </a:p>
          <a:p>
            <a:r>
              <a:rPr lang="ko-KR" altLang="en-US" sz="1800" dirty="0"/>
              <a:t>박호연</a:t>
            </a:r>
            <a:endParaRPr lang="en-US" altLang="ko-KR" sz="1800" dirty="0"/>
          </a:p>
          <a:p>
            <a:r>
              <a:rPr lang="ko-KR" altLang="en-US" sz="1800" dirty="0"/>
              <a:t>정석인</a:t>
            </a:r>
          </a:p>
        </p:txBody>
      </p:sp>
    </p:spTree>
    <p:extLst>
      <p:ext uri="{BB962C8B-B14F-4D97-AF65-F5344CB8AC3E}">
        <p14:creationId xmlns:p14="http://schemas.microsoft.com/office/powerpoint/2010/main" val="10251033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54528" y="2087598"/>
            <a:ext cx="10353762" cy="3695136"/>
          </a:xfrm>
        </p:spPr>
        <p:txBody>
          <a:bodyPr/>
          <a:lstStyle/>
          <a:p>
            <a:pPr algn="ctr"/>
            <a:r>
              <a:rPr lang="ko-KR" altLang="en-US" dirty="0"/>
              <a:t>팀원 소개</a:t>
            </a:r>
            <a:endParaRPr lang="en-US" altLang="ko-KR" dirty="0"/>
          </a:p>
          <a:p>
            <a:pPr algn="ctr"/>
            <a:r>
              <a:rPr lang="ko-KR" altLang="en-US" dirty="0"/>
              <a:t>제작 동기</a:t>
            </a:r>
            <a:endParaRPr lang="en-US" altLang="ko-KR" dirty="0"/>
          </a:p>
          <a:p>
            <a:pPr algn="ctr"/>
            <a:r>
              <a:rPr lang="ko-KR" altLang="en-US" dirty="0"/>
              <a:t>게임 기본 정보</a:t>
            </a:r>
            <a:endParaRPr lang="en-US" altLang="ko-KR" dirty="0"/>
          </a:p>
          <a:p>
            <a:pPr algn="ctr"/>
            <a:r>
              <a:rPr lang="ko-KR" altLang="en-US" dirty="0"/>
              <a:t>게임 컨셉</a:t>
            </a:r>
            <a:endParaRPr lang="en-US" altLang="ko-KR" dirty="0"/>
          </a:p>
          <a:p>
            <a:pPr algn="ctr"/>
            <a:r>
              <a:rPr lang="ko-KR" altLang="en-US" dirty="0"/>
              <a:t>게임 세부 소개</a:t>
            </a:r>
            <a:endParaRPr lang="en-US" altLang="ko-KR" dirty="0"/>
          </a:p>
          <a:p>
            <a:pPr algn="ctr"/>
            <a:r>
              <a:rPr lang="ko-KR" altLang="en-US" dirty="0"/>
              <a:t>제작 현황</a:t>
            </a:r>
            <a:endParaRPr lang="en-US" altLang="ko-KR" dirty="0"/>
          </a:p>
          <a:p>
            <a:pPr algn="ctr"/>
            <a:r>
              <a:rPr lang="ko-KR" altLang="en-US" dirty="0"/>
              <a:t>추후</a:t>
            </a:r>
            <a:r>
              <a:rPr lang="en-US" altLang="ko-KR" dirty="0"/>
              <a:t> </a:t>
            </a:r>
            <a:r>
              <a:rPr lang="ko-KR" altLang="en-US" dirty="0"/>
              <a:t>계획</a:t>
            </a:r>
          </a:p>
        </p:txBody>
      </p:sp>
    </p:spTree>
    <p:extLst>
      <p:ext uri="{BB962C8B-B14F-4D97-AF65-F5344CB8AC3E}">
        <p14:creationId xmlns:p14="http://schemas.microsoft.com/office/powerpoint/2010/main" val="18359827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7595" y="172279"/>
            <a:ext cx="10353761" cy="1326321"/>
          </a:xfrm>
        </p:spPr>
        <p:txBody>
          <a:bodyPr/>
          <a:lstStyle/>
          <a:p>
            <a:r>
              <a:rPr lang="ko-KR" altLang="en-US" dirty="0"/>
              <a:t>팀원 소개</a:t>
            </a:r>
          </a:p>
        </p:txBody>
      </p:sp>
      <p:sp>
        <p:nvSpPr>
          <p:cNvPr id="4" name="타원 3"/>
          <p:cNvSpPr/>
          <p:nvPr/>
        </p:nvSpPr>
        <p:spPr>
          <a:xfrm>
            <a:off x="1202267" y="2065867"/>
            <a:ext cx="2023533" cy="1930400"/>
          </a:xfrm>
          <a:prstGeom prst="ellipse">
            <a:avLst/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/>
          <p:cNvSpPr/>
          <p:nvPr/>
        </p:nvSpPr>
        <p:spPr>
          <a:xfrm>
            <a:off x="8889998" y="2065867"/>
            <a:ext cx="2023533" cy="1930400"/>
          </a:xfrm>
          <a:prstGeom prst="ellipse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/>
          <p:cNvSpPr/>
          <p:nvPr/>
        </p:nvSpPr>
        <p:spPr>
          <a:xfrm>
            <a:off x="5079999" y="2065867"/>
            <a:ext cx="2023533" cy="1930400"/>
          </a:xfrm>
          <a:prstGeom prst="ellipse">
            <a:avLst/>
          </a:prstGeom>
          <a:blipFill dpi="0"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676400" y="431800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김경준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53183" y="4334933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박호연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63182" y="431800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정석인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5414" y="5068347"/>
            <a:ext cx="23791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게임 기획</a:t>
            </a:r>
            <a:endParaRPr lang="en-US" altLang="ko-KR" dirty="0"/>
          </a:p>
          <a:p>
            <a:pPr algn="ctr"/>
            <a:r>
              <a:rPr lang="ko-KR" altLang="en-US" dirty="0"/>
              <a:t>프로그래밍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02197" y="5068347"/>
            <a:ext cx="23791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프로그래밍</a:t>
            </a:r>
            <a:endParaRPr lang="en-US" altLang="ko-KR" dirty="0"/>
          </a:p>
          <a:p>
            <a:pPr algn="ctr"/>
            <a:r>
              <a:rPr lang="en-US" altLang="ko-KR" dirty="0"/>
              <a:t>UI </a:t>
            </a:r>
            <a:r>
              <a:rPr lang="ko-KR" altLang="en-US" dirty="0"/>
              <a:t>디자인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12196" y="5068347"/>
            <a:ext cx="23791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프로그래밍</a:t>
            </a:r>
            <a:endParaRPr lang="en-US" altLang="ko-KR" dirty="0"/>
          </a:p>
          <a:p>
            <a:pPr algn="ctr"/>
            <a:r>
              <a:rPr lang="ko-KR" altLang="en-US" dirty="0"/>
              <a:t>일러스트</a:t>
            </a:r>
            <a:endParaRPr lang="en-US" altLang="ko-KR" dirty="0"/>
          </a:p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817894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제작 동기</a:t>
            </a:r>
          </a:p>
        </p:txBody>
      </p:sp>
    </p:spTree>
    <p:extLst>
      <p:ext uri="{BB962C8B-B14F-4D97-AF65-F5344CB8AC3E}">
        <p14:creationId xmlns:p14="http://schemas.microsoft.com/office/powerpoint/2010/main" val="10792791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기본 정보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913467" y="2824198"/>
            <a:ext cx="8363490" cy="2602935"/>
          </a:xfrm>
        </p:spPr>
        <p:txBody>
          <a:bodyPr/>
          <a:lstStyle/>
          <a:p>
            <a:pPr algn="ctr"/>
            <a:r>
              <a:rPr lang="ko-KR" altLang="en-US" dirty="0"/>
              <a:t>제목 </a:t>
            </a:r>
            <a:r>
              <a:rPr lang="en-US" altLang="ko-KR" dirty="0"/>
              <a:t>:  </a:t>
            </a:r>
            <a:r>
              <a:rPr lang="ko-KR" altLang="en-US" dirty="0" err="1"/>
              <a:t>캐피탈리듬</a:t>
            </a:r>
            <a:r>
              <a:rPr lang="ko-KR" altLang="en-US" dirty="0"/>
              <a:t> 호</a:t>
            </a:r>
            <a:r>
              <a:rPr lang="en-US" altLang="ko-KR" dirty="0"/>
              <a:t>!</a:t>
            </a:r>
          </a:p>
          <a:p>
            <a:pPr algn="ctr"/>
            <a:r>
              <a:rPr lang="ko-KR" altLang="en-US" dirty="0"/>
              <a:t>장르 </a:t>
            </a:r>
            <a:r>
              <a:rPr lang="en-US" altLang="ko-KR" dirty="0"/>
              <a:t>:  </a:t>
            </a:r>
            <a:r>
              <a:rPr lang="ko-KR" altLang="en-US" dirty="0"/>
              <a:t>리듬 게임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8660778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게임 </a:t>
            </a:r>
            <a:r>
              <a:rPr lang="ko-KR" altLang="en-US" dirty="0" err="1"/>
              <a:t>컨셉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578887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93734" y="1473201"/>
            <a:ext cx="6993466" cy="3251200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비마니 곡 중 하나인 </a:t>
            </a:r>
            <a:r>
              <a:rPr lang="en-US" altLang="ko-KR" dirty="0"/>
              <a:t>‘</a:t>
            </a:r>
            <a:r>
              <a:rPr lang="ko-KR" altLang="en-US" dirty="0"/>
              <a:t>사랑은 우주전쟁</a:t>
            </a:r>
            <a:r>
              <a:rPr lang="en-US" altLang="ko-KR" dirty="0"/>
              <a:t>!’ </a:t>
            </a:r>
            <a:r>
              <a:rPr lang="ko-KR" altLang="en-US" dirty="0"/>
              <a:t>에서 컨셉 착안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전함 </a:t>
            </a:r>
            <a:r>
              <a:rPr lang="en-US" altLang="ko-KR" dirty="0"/>
              <a:t>‘</a:t>
            </a:r>
            <a:r>
              <a:rPr lang="ko-KR" altLang="en-US" dirty="0" err="1"/>
              <a:t>캐피탈리듬</a:t>
            </a:r>
            <a:r>
              <a:rPr lang="ko-KR" altLang="en-US" dirty="0"/>
              <a:t> 호</a:t>
            </a:r>
            <a:r>
              <a:rPr lang="en-US" altLang="ko-KR" dirty="0"/>
              <a:t>’</a:t>
            </a:r>
            <a:r>
              <a:rPr lang="ko-KR" altLang="en-US" dirty="0"/>
              <a:t>의 함장인 플레이어가</a:t>
            </a:r>
            <a:r>
              <a:rPr lang="en-US" altLang="ko-KR" dirty="0"/>
              <a:t>, </a:t>
            </a:r>
            <a:r>
              <a:rPr lang="ko-KR" altLang="en-US" dirty="0"/>
              <a:t> 상대 전함에서 날아오는 레이저를 막아내며 전투에서 승리하는 것이 목적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071" y="1540933"/>
            <a:ext cx="3619596" cy="3691464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18059889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1532" y="821268"/>
            <a:ext cx="9635067" cy="528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42942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게임 세부 소개</a:t>
            </a:r>
          </a:p>
        </p:txBody>
      </p:sp>
    </p:spTree>
    <p:extLst>
      <p:ext uri="{BB962C8B-B14F-4D97-AF65-F5344CB8AC3E}">
        <p14:creationId xmlns:p14="http://schemas.microsoft.com/office/powerpoint/2010/main" val="25371924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플랫폼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097864" y="2453898"/>
            <a:ext cx="7389824" cy="3695136"/>
          </a:xfrm>
        </p:spPr>
        <p:txBody>
          <a:bodyPr/>
          <a:lstStyle/>
          <a:p>
            <a:pPr algn="ctr"/>
            <a:r>
              <a:rPr lang="ko-KR" altLang="en-US" dirty="0" err="1"/>
              <a:t>안드로이드</a:t>
            </a:r>
            <a:r>
              <a:rPr lang="ko-KR" altLang="en-US" dirty="0"/>
              <a:t> </a:t>
            </a:r>
            <a:r>
              <a:rPr lang="ko-KR" altLang="en-US" dirty="0" err="1"/>
              <a:t>스마트폰</a:t>
            </a:r>
            <a:r>
              <a:rPr lang="ko-KR" altLang="en-US" dirty="0"/>
              <a:t> </a:t>
            </a:r>
            <a:r>
              <a:rPr lang="en-US" altLang="ko-KR" dirty="0"/>
              <a:t>(Galaxy</a:t>
            </a:r>
            <a:r>
              <a:rPr lang="ko-KR" altLang="en-US" dirty="0"/>
              <a:t> </a:t>
            </a:r>
            <a:r>
              <a:rPr lang="en-US" altLang="ko-KR" dirty="0"/>
              <a:t>S3)</a:t>
            </a:r>
          </a:p>
          <a:p>
            <a:pPr algn="ctr"/>
            <a:endParaRPr lang="en-US" altLang="ko-KR" dirty="0"/>
          </a:p>
          <a:p>
            <a:pPr algn="ctr"/>
            <a:r>
              <a:rPr lang="ko-KR" altLang="en-US" dirty="0"/>
              <a:t>해상도 </a:t>
            </a:r>
            <a:r>
              <a:rPr lang="en-US" altLang="ko-KR" dirty="0"/>
              <a:t>:  1280 * 720</a:t>
            </a:r>
          </a:p>
          <a:p>
            <a:pPr algn="ctr"/>
            <a:endParaRPr lang="en-US" altLang="ko-KR" dirty="0"/>
          </a:p>
          <a:p>
            <a:pPr algn="ctr"/>
            <a:r>
              <a:rPr lang="ko-KR" altLang="en-US" dirty="0" err="1"/>
              <a:t>접근성</a:t>
            </a:r>
            <a:r>
              <a:rPr lang="ko-KR" altLang="en-US" dirty="0"/>
              <a:t> </a:t>
            </a:r>
            <a:r>
              <a:rPr lang="en-US" altLang="ko-KR" dirty="0"/>
              <a:t>&amp; </a:t>
            </a:r>
            <a:r>
              <a:rPr lang="ko-KR" altLang="en-US" dirty="0" err="1"/>
              <a:t>안드로이드</a:t>
            </a:r>
            <a:r>
              <a:rPr lang="ko-KR" altLang="en-US" dirty="0"/>
              <a:t> 개발 호기심</a:t>
            </a:r>
            <a:endParaRPr lang="en-US" altLang="ko-KR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267542" y="1490931"/>
            <a:ext cx="2517230" cy="4757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29543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시스템 </a:t>
            </a:r>
            <a:r>
              <a:rPr lang="en-US" altLang="ko-KR" dirty="0"/>
              <a:t>– </a:t>
            </a:r>
            <a:r>
              <a:rPr lang="ko-KR" altLang="en-US" dirty="0"/>
              <a:t>플레이 방식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311399" y="1799731"/>
            <a:ext cx="7518400" cy="3695136"/>
          </a:xfrm>
        </p:spPr>
        <p:txBody>
          <a:bodyPr/>
          <a:lstStyle/>
          <a:p>
            <a:pPr marL="0" indent="0" algn="ctr">
              <a:buNone/>
            </a:pPr>
            <a:endParaRPr lang="en-US" altLang="ko-KR" dirty="0"/>
          </a:p>
          <a:p>
            <a:pPr algn="ctr"/>
            <a:r>
              <a:rPr lang="ko-KR" altLang="en-US" dirty="0"/>
              <a:t>리듬에 맞춰 떨어지는 노트를 터치로 처리</a:t>
            </a:r>
            <a:r>
              <a:rPr lang="en-US" altLang="ko-KR" dirty="0"/>
              <a:t>, </a:t>
            </a:r>
            <a:r>
              <a:rPr lang="ko-KR" altLang="en-US" dirty="0"/>
              <a:t>노트의 처리에 따라 증감하는 체력을 일정 수준 이상 유지하는 것이 목표</a:t>
            </a:r>
            <a:r>
              <a:rPr lang="en-US" altLang="ko-KR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3786622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0900" y="2119206"/>
            <a:ext cx="7089563" cy="3301465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00883" y="4105697"/>
            <a:ext cx="1559118" cy="1546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79154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타 리듬게임과의 차이점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667934" y="2671798"/>
            <a:ext cx="8729133" cy="2560602"/>
          </a:xfrm>
        </p:spPr>
        <p:txBody>
          <a:bodyPr/>
          <a:lstStyle/>
          <a:p>
            <a:pPr marL="0" indent="0" algn="ctr">
              <a:buNone/>
            </a:pPr>
            <a:endParaRPr lang="en-US" altLang="ko-KR" dirty="0"/>
          </a:p>
          <a:p>
            <a:pPr algn="ctr"/>
            <a:r>
              <a:rPr lang="ko-KR" altLang="en-US" dirty="0"/>
              <a:t>레인 구분이 명확하지 않음</a:t>
            </a:r>
            <a:endParaRPr lang="en-US" altLang="ko-KR" dirty="0"/>
          </a:p>
          <a:p>
            <a:pPr algn="ctr"/>
            <a:r>
              <a:rPr lang="ko-KR" altLang="en-US" dirty="0"/>
              <a:t>단순히 눌러서 처리하는 것이 아닌</a:t>
            </a:r>
            <a:r>
              <a:rPr lang="en-US" altLang="ko-KR" dirty="0"/>
              <a:t>, </a:t>
            </a:r>
            <a:r>
              <a:rPr lang="ko-KR" altLang="en-US" dirty="0"/>
              <a:t>방향에 맞추어서 튕겨내는 형태의 노트도 존재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8179154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시스템 </a:t>
            </a:r>
            <a:r>
              <a:rPr lang="en-US" altLang="ko-KR" dirty="0"/>
              <a:t>- </a:t>
            </a:r>
            <a:r>
              <a:rPr lang="ko-KR" altLang="en-US" dirty="0"/>
              <a:t>모드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84079" y="4996934"/>
            <a:ext cx="1165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모의 전투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0595" y="499693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실전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5960" y="2171700"/>
            <a:ext cx="2869528" cy="2869528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1981" y="2171700"/>
            <a:ext cx="3009900" cy="300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53033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60962" y="237067"/>
            <a:ext cx="10353761" cy="1326321"/>
          </a:xfrm>
        </p:spPr>
        <p:txBody>
          <a:bodyPr/>
          <a:lstStyle/>
          <a:p>
            <a:r>
              <a:rPr lang="ko-KR" altLang="en-US" dirty="0"/>
              <a:t>게임 시스템 </a:t>
            </a:r>
            <a:r>
              <a:rPr lang="en-US" altLang="ko-KR" dirty="0"/>
              <a:t>– </a:t>
            </a:r>
            <a:r>
              <a:rPr lang="ko-KR" altLang="en-US" dirty="0"/>
              <a:t>판정 체계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16748" y="4631266"/>
            <a:ext cx="9140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±0.025</a:t>
            </a:r>
            <a:endParaRPr lang="ko-KR" alt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4338057" y="4631266"/>
            <a:ext cx="6639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±0.1</a:t>
            </a:r>
            <a:endParaRPr lang="ko-KR" alt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7153533" y="4631265"/>
            <a:ext cx="7889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±0.25</a:t>
            </a:r>
            <a:endParaRPr lang="ko-KR" altLang="en-US" dirty="0"/>
          </a:p>
        </p:txBody>
      </p:sp>
      <p:sp>
        <p:nvSpPr>
          <p:cNvPr id="18" name="TextBox 17"/>
          <p:cNvSpPr txBox="1"/>
          <p:nvPr/>
        </p:nvSpPr>
        <p:spPr>
          <a:xfrm>
            <a:off x="10117351" y="4631265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…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587" y="2082799"/>
            <a:ext cx="3291189" cy="3291189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0108" y="2018462"/>
            <a:ext cx="3419861" cy="341986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7132" y="1649085"/>
            <a:ext cx="4241800" cy="424180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0450" y="2082799"/>
            <a:ext cx="3289300" cy="3289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53033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시연</a:t>
            </a:r>
          </a:p>
        </p:txBody>
      </p:sp>
    </p:spTree>
    <p:extLst>
      <p:ext uri="{BB962C8B-B14F-4D97-AF65-F5344CB8AC3E}">
        <p14:creationId xmlns:p14="http://schemas.microsoft.com/office/powerpoint/2010/main" val="15810643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Q&amp;A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302753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amask">
  <a:themeElements>
    <a:clrScheme name="Damask">
      <a:dk1>
        <a:sysClr val="windowText" lastClr="000000"/>
      </a:dk1>
      <a:lt1>
        <a:sysClr val="window" lastClr="FFFFFF"/>
      </a:lt1>
      <a:dk2>
        <a:srgbClr val="2A5B7F"/>
      </a:dk2>
      <a:lt2>
        <a:srgbClr val="ABDAFC"/>
      </a:lt2>
      <a:accent1>
        <a:srgbClr val="9EC544"/>
      </a:accent1>
      <a:accent2>
        <a:srgbClr val="50BEA3"/>
      </a:accent2>
      <a:accent3>
        <a:srgbClr val="4A9CCC"/>
      </a:accent3>
      <a:accent4>
        <a:srgbClr val="9A66CA"/>
      </a:accent4>
      <a:accent5>
        <a:srgbClr val="C54F71"/>
      </a:accent5>
      <a:accent6>
        <a:srgbClr val="DE9C3C"/>
      </a:accent6>
      <a:hlink>
        <a:srgbClr val="6BA9DA"/>
      </a:hlink>
      <a:folHlink>
        <a:srgbClr val="A0BCD3"/>
      </a:folHlink>
    </a:clrScheme>
    <a:fontScheme name="Damask">
      <a:majorFont>
        <a:latin typeface="Bookman Old Style" panose="02050604050505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mask" id="{F9A299A0-33D0-4E0F-9F3F-7163E3744208}" vid="{746EEEEA-FB6A-406B-B510-531588D5481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20130626_율공간_심플깔끔보고서스타일</Template>
  <TotalTime>410</TotalTime>
  <Words>164</Words>
  <Application>Microsoft Office PowerPoint</Application>
  <PresentationFormat>와이드스크린</PresentationFormat>
  <Paragraphs>56</Paragraphs>
  <Slides>17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2" baseType="lpstr">
      <vt:lpstr>맑은 고딕</vt:lpstr>
      <vt:lpstr>Arial</vt:lpstr>
      <vt:lpstr>Bookman Old Style</vt:lpstr>
      <vt:lpstr>Rockwell</vt:lpstr>
      <vt:lpstr>Damask</vt:lpstr>
      <vt:lpstr>팀 노량진스</vt:lpstr>
      <vt:lpstr>목차</vt:lpstr>
      <vt:lpstr>팀원 소개</vt:lpstr>
      <vt:lpstr>제작 동기</vt:lpstr>
      <vt:lpstr>게임 기본 정보</vt:lpstr>
      <vt:lpstr>게임 컨셉</vt:lpstr>
      <vt:lpstr>PowerPoint 프레젠테이션</vt:lpstr>
      <vt:lpstr>PowerPoint 프레젠테이션</vt:lpstr>
      <vt:lpstr>게임 세부 소개</vt:lpstr>
      <vt:lpstr>플랫폼</vt:lpstr>
      <vt:lpstr>게임 시스템 – 플레이 방식</vt:lpstr>
      <vt:lpstr>PowerPoint 프레젠테이션</vt:lpstr>
      <vt:lpstr>타 리듬게임과의 차이점</vt:lpstr>
      <vt:lpstr>게임 시스템 - 모드</vt:lpstr>
      <vt:lpstr>게임 시스템 – 판정 체계</vt:lpstr>
      <vt:lpstr>시연</vt:lpstr>
      <vt:lpstr>Q&amp;A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팀 노량진스</dc:title>
  <dc:creator>박호연</dc:creator>
  <cp:lastModifiedBy>박호연</cp:lastModifiedBy>
  <cp:revision>39</cp:revision>
  <dcterms:created xsi:type="dcterms:W3CDTF">2016-08-05T05:54:04Z</dcterms:created>
  <dcterms:modified xsi:type="dcterms:W3CDTF">2016-09-08T14:36:22Z</dcterms:modified>
</cp:coreProperties>
</file>