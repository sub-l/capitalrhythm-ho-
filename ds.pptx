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87" r:id="rId2"/>
    <p:sldId id="257" r:id="rId3"/>
    <p:sldId id="268" r:id="rId4"/>
    <p:sldId id="289" r:id="rId5"/>
    <p:sldId id="264" r:id="rId6"/>
    <p:sldId id="258" r:id="rId7"/>
    <p:sldId id="265" r:id="rId8"/>
    <p:sldId id="267" r:id="rId9"/>
    <p:sldId id="280" r:id="rId10"/>
    <p:sldId id="277" r:id="rId11"/>
    <p:sldId id="260" r:id="rId12"/>
    <p:sldId id="281" r:id="rId13"/>
    <p:sldId id="285" r:id="rId14"/>
    <p:sldId id="286" r:id="rId15"/>
    <p:sldId id="282" r:id="rId16"/>
    <p:sldId id="288" r:id="rId17"/>
    <p:sldId id="284" r:id="rId18"/>
    <p:sldId id="270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794FB59C-9094-47D1-BFB7-AD5316E3B6F7}">
          <p14:sldIdLst>
            <p14:sldId id="287"/>
            <p14:sldId id="257"/>
            <p14:sldId id="268"/>
            <p14:sldId id="289"/>
            <p14:sldId id="264"/>
            <p14:sldId id="258"/>
            <p14:sldId id="265"/>
            <p14:sldId id="267"/>
            <p14:sldId id="280"/>
            <p14:sldId id="277"/>
            <p14:sldId id="260"/>
            <p14:sldId id="281"/>
            <p14:sldId id="285"/>
            <p14:sldId id="286"/>
            <p14:sldId id="282"/>
            <p14:sldId id="288"/>
            <p14:sldId id="284"/>
            <p14:sldId id="270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92" autoAdjust="0"/>
    <p:restoredTop sz="94660" autoAdjust="0"/>
  </p:normalViewPr>
  <p:slideViewPr>
    <p:cSldViewPr snapToGrid="0">
      <p:cViewPr varScale="1">
        <p:scale>
          <a:sx n="76" d="100"/>
          <a:sy n="76" d="100"/>
        </p:scale>
        <p:origin x="912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55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205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76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53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07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380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2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106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58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372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507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401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97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11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203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98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37CCD-F3DA-40D1-A6AE-EFB3CF9800AA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0F52A-2A20-4CEE-9247-B8D6BCE848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621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872802" y="1376363"/>
            <a:ext cx="9001462" cy="2387600"/>
          </a:xfrm>
        </p:spPr>
        <p:txBody>
          <a:bodyPr/>
          <a:lstStyle/>
          <a:p>
            <a:r>
              <a:rPr lang="ko-KR" altLang="en-US" dirty="0"/>
              <a:t>팀 </a:t>
            </a:r>
            <a:r>
              <a:rPr lang="ko-KR" altLang="en-US" dirty="0" err="1"/>
              <a:t>노량진스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911403" y="3983037"/>
            <a:ext cx="3569397" cy="1655762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김경준</a:t>
            </a:r>
            <a:endParaRPr lang="en-US" altLang="ko-KR" sz="1800" dirty="0"/>
          </a:p>
          <a:p>
            <a:r>
              <a:rPr lang="ko-KR" altLang="en-US" sz="1800" dirty="0"/>
              <a:t>박호연</a:t>
            </a:r>
            <a:endParaRPr lang="en-US" altLang="ko-KR" sz="1800" dirty="0"/>
          </a:p>
          <a:p>
            <a:r>
              <a:rPr lang="ko-KR" altLang="en-US" sz="1800" dirty="0"/>
              <a:t>정석인</a:t>
            </a:r>
          </a:p>
        </p:txBody>
      </p:sp>
    </p:spTree>
    <p:extLst>
      <p:ext uri="{BB962C8B-B14F-4D97-AF65-F5344CB8AC3E}">
        <p14:creationId xmlns:p14="http://schemas.microsoft.com/office/powerpoint/2010/main" val="1025103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54528" y="2087598"/>
            <a:ext cx="10353762" cy="3695136"/>
          </a:xfrm>
        </p:spPr>
        <p:txBody>
          <a:bodyPr/>
          <a:lstStyle/>
          <a:p>
            <a:pPr algn="ctr"/>
            <a:r>
              <a:rPr lang="ko-KR" altLang="en-US" dirty="0"/>
              <a:t>팀원 소개</a:t>
            </a:r>
            <a:endParaRPr lang="en-US" altLang="ko-KR" dirty="0"/>
          </a:p>
          <a:p>
            <a:pPr algn="ctr"/>
            <a:r>
              <a:rPr lang="ko-KR" altLang="en-US" dirty="0"/>
              <a:t>제작 동기</a:t>
            </a:r>
            <a:endParaRPr lang="en-US" altLang="ko-KR" dirty="0"/>
          </a:p>
          <a:p>
            <a:pPr algn="ctr"/>
            <a:r>
              <a:rPr lang="ko-KR" altLang="en-US" dirty="0"/>
              <a:t>게임 기본 정보</a:t>
            </a:r>
            <a:endParaRPr lang="en-US" altLang="ko-KR" dirty="0"/>
          </a:p>
          <a:p>
            <a:pPr algn="ctr"/>
            <a:r>
              <a:rPr lang="ko-KR" altLang="en-US" dirty="0"/>
              <a:t>게임 컨셉</a:t>
            </a:r>
            <a:endParaRPr lang="en-US" altLang="ko-KR" dirty="0"/>
          </a:p>
          <a:p>
            <a:pPr algn="ctr"/>
            <a:r>
              <a:rPr lang="ko-KR" altLang="en-US" dirty="0"/>
              <a:t>게임 세부 소개</a:t>
            </a:r>
            <a:endParaRPr lang="en-US" altLang="ko-KR" dirty="0"/>
          </a:p>
          <a:p>
            <a:pPr algn="ctr"/>
            <a:r>
              <a:rPr lang="ko-KR" altLang="en-US" dirty="0"/>
              <a:t>제작 현황</a:t>
            </a:r>
            <a:endParaRPr lang="en-US" altLang="ko-KR" dirty="0"/>
          </a:p>
          <a:p>
            <a:pPr algn="ctr"/>
            <a:r>
              <a:rPr lang="ko-KR" altLang="en-US" dirty="0"/>
              <a:t>추후</a:t>
            </a:r>
            <a:r>
              <a:rPr lang="en-US" altLang="ko-KR" dirty="0"/>
              <a:t> </a:t>
            </a:r>
            <a:r>
              <a:rPr lang="ko-KR" altLang="en-US" dirty="0"/>
              <a:t>계획</a:t>
            </a:r>
          </a:p>
        </p:txBody>
      </p:sp>
    </p:spTree>
    <p:extLst>
      <p:ext uri="{BB962C8B-B14F-4D97-AF65-F5344CB8AC3E}">
        <p14:creationId xmlns:p14="http://schemas.microsoft.com/office/powerpoint/2010/main" val="1835982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7595" y="172279"/>
            <a:ext cx="10353761" cy="1326321"/>
          </a:xfrm>
        </p:spPr>
        <p:txBody>
          <a:bodyPr/>
          <a:lstStyle/>
          <a:p>
            <a:r>
              <a:rPr lang="ko-KR" altLang="en-US" dirty="0"/>
              <a:t>팀원 소개</a:t>
            </a:r>
          </a:p>
        </p:txBody>
      </p:sp>
      <p:sp>
        <p:nvSpPr>
          <p:cNvPr id="4" name="타원 3"/>
          <p:cNvSpPr/>
          <p:nvPr/>
        </p:nvSpPr>
        <p:spPr>
          <a:xfrm>
            <a:off x="1202267" y="2065867"/>
            <a:ext cx="2023533" cy="193040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8889998" y="2065867"/>
            <a:ext cx="2023533" cy="19304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5079999" y="2065867"/>
            <a:ext cx="2023533" cy="19304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676400" y="43180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김경준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3183" y="433493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박호연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3182" y="43180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정석인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414" y="5068347"/>
            <a:ext cx="2379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게임 기획</a:t>
            </a:r>
            <a:endParaRPr lang="en-US" altLang="ko-KR" dirty="0"/>
          </a:p>
          <a:p>
            <a:pPr algn="ctr"/>
            <a:r>
              <a:rPr lang="ko-KR" altLang="en-US" dirty="0"/>
              <a:t>프로그래밍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2197" y="5068347"/>
            <a:ext cx="2379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프로그래밍</a:t>
            </a:r>
            <a:endParaRPr lang="en-US" altLang="ko-KR" dirty="0"/>
          </a:p>
          <a:p>
            <a:pPr algn="ctr"/>
            <a:r>
              <a:rPr lang="en-US" altLang="ko-KR" dirty="0"/>
              <a:t>UI </a:t>
            </a:r>
            <a:r>
              <a:rPr lang="ko-KR" altLang="en-US" dirty="0"/>
              <a:t>디자인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2196" y="5068347"/>
            <a:ext cx="2379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프로그래밍</a:t>
            </a:r>
            <a:endParaRPr lang="en-US" altLang="ko-KR" dirty="0"/>
          </a:p>
          <a:p>
            <a:pPr algn="ctr"/>
            <a:r>
              <a:rPr lang="ko-KR" altLang="en-US" dirty="0"/>
              <a:t>일러스트</a:t>
            </a:r>
            <a:endParaRPr lang="en-US" altLang="ko-KR" dirty="0"/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1789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 발표 이후 진척 상황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UI - UI </a:t>
            </a:r>
            <a:r>
              <a:rPr lang="ko-KR" altLang="en-US" dirty="0"/>
              <a:t>디자인 개선 </a:t>
            </a:r>
            <a:r>
              <a:rPr lang="en-US" altLang="ko-KR" dirty="0"/>
              <a:t>(</a:t>
            </a:r>
            <a:r>
              <a:rPr lang="ko-KR" altLang="en-US" dirty="0" err="1"/>
              <a:t>결과창</a:t>
            </a:r>
            <a:r>
              <a:rPr lang="en-US" altLang="ko-KR" dirty="0"/>
              <a:t>, </a:t>
            </a:r>
            <a:r>
              <a:rPr lang="ko-KR" altLang="en-US" dirty="0"/>
              <a:t>플레이 화면</a:t>
            </a:r>
            <a:r>
              <a:rPr lang="en-US" altLang="ko-KR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프로그래밍</a:t>
            </a:r>
            <a:r>
              <a:rPr lang="en-US" altLang="ko-KR" dirty="0"/>
              <a:t>-</a:t>
            </a:r>
            <a:r>
              <a:rPr lang="ko-KR" altLang="en-US" dirty="0"/>
              <a:t>슬라이드 노트 구현 완료</a:t>
            </a:r>
            <a:r>
              <a:rPr lang="en-US" altLang="ko-KR" dirty="0"/>
              <a:t>, </a:t>
            </a:r>
            <a:r>
              <a:rPr lang="ko-KR" altLang="en-US" dirty="0" err="1"/>
              <a:t>롱노트는</a:t>
            </a:r>
            <a:r>
              <a:rPr lang="ko-KR" altLang="en-US" dirty="0"/>
              <a:t> 개발 실패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음원</a:t>
            </a:r>
            <a:r>
              <a:rPr lang="en-US" altLang="ko-KR" dirty="0"/>
              <a:t>-</a:t>
            </a:r>
            <a:r>
              <a:rPr lang="ko-KR" altLang="en-US" dirty="0"/>
              <a:t>음원은 능력 부족으로 기존 비마니 곡 사용</a:t>
            </a:r>
            <a:r>
              <a:rPr lang="en-US" altLang="ko-KR" dirty="0"/>
              <a:t>, </a:t>
            </a:r>
            <a:r>
              <a:rPr lang="ko-KR" altLang="en-US" dirty="0"/>
              <a:t> 채보는 구현 완료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일러스트</a:t>
            </a:r>
            <a:r>
              <a:rPr lang="en-US" altLang="ko-KR" dirty="0"/>
              <a:t>-</a:t>
            </a:r>
            <a:r>
              <a:rPr lang="ko-KR" altLang="en-US" dirty="0"/>
              <a:t>작업은 했지만 정작 들어갈 곳을 </a:t>
            </a:r>
            <a:r>
              <a:rPr lang="ko-KR" altLang="en-US" dirty="0" err="1"/>
              <a:t>못찾아서</a:t>
            </a:r>
            <a:r>
              <a:rPr lang="ko-KR" altLang="en-US" dirty="0"/>
              <a:t> 더미 데이터가 될 가능성이 농후</a:t>
            </a:r>
          </a:p>
        </p:txBody>
      </p:sp>
    </p:spTree>
    <p:extLst>
      <p:ext uri="{BB962C8B-B14F-4D97-AF65-F5344CB8AC3E}">
        <p14:creationId xmlns:p14="http://schemas.microsoft.com/office/powerpoint/2010/main" val="3594670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제작 동기</a:t>
            </a:r>
          </a:p>
        </p:txBody>
      </p:sp>
    </p:spTree>
    <p:extLst>
      <p:ext uri="{BB962C8B-B14F-4D97-AF65-F5344CB8AC3E}">
        <p14:creationId xmlns:p14="http://schemas.microsoft.com/office/powerpoint/2010/main" val="1079279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기본 정보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13467" y="2824198"/>
            <a:ext cx="8363490" cy="2602935"/>
          </a:xfrm>
        </p:spPr>
        <p:txBody>
          <a:bodyPr/>
          <a:lstStyle/>
          <a:p>
            <a:pPr algn="ctr"/>
            <a:r>
              <a:rPr lang="ko-KR" altLang="en-US" dirty="0"/>
              <a:t>제목 </a:t>
            </a:r>
            <a:r>
              <a:rPr lang="en-US" altLang="ko-KR" dirty="0"/>
              <a:t>:  </a:t>
            </a:r>
            <a:r>
              <a:rPr lang="ko-KR" altLang="en-US" dirty="0" err="1"/>
              <a:t>캐피탈리듬</a:t>
            </a:r>
            <a:r>
              <a:rPr lang="ko-KR" altLang="en-US" dirty="0"/>
              <a:t> 호</a:t>
            </a:r>
            <a:r>
              <a:rPr lang="en-US" altLang="ko-KR" dirty="0"/>
              <a:t>!</a:t>
            </a:r>
          </a:p>
          <a:p>
            <a:pPr algn="ctr"/>
            <a:r>
              <a:rPr lang="ko-KR" altLang="en-US" dirty="0"/>
              <a:t>장르 </a:t>
            </a:r>
            <a:r>
              <a:rPr lang="en-US" altLang="ko-KR" dirty="0"/>
              <a:t>:  </a:t>
            </a:r>
            <a:r>
              <a:rPr lang="ko-KR" altLang="en-US" dirty="0"/>
              <a:t>리듬 게임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6607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게임 </a:t>
            </a:r>
            <a:r>
              <a:rPr lang="ko-KR" altLang="en-US" dirty="0" err="1"/>
              <a:t>컨셉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788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93734" y="1473201"/>
            <a:ext cx="6993466" cy="3251200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비마니 곡 중 하나인 </a:t>
            </a:r>
            <a:r>
              <a:rPr lang="en-US" altLang="ko-KR" dirty="0"/>
              <a:t>‘</a:t>
            </a:r>
            <a:r>
              <a:rPr lang="ko-KR" altLang="en-US" dirty="0"/>
              <a:t>사랑은 우주전쟁</a:t>
            </a:r>
            <a:r>
              <a:rPr lang="en-US" altLang="ko-KR" dirty="0"/>
              <a:t>!’ </a:t>
            </a:r>
            <a:r>
              <a:rPr lang="ko-KR" altLang="en-US" dirty="0"/>
              <a:t>에서 컨셉 착안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전함 </a:t>
            </a:r>
            <a:r>
              <a:rPr lang="en-US" altLang="ko-KR" dirty="0"/>
              <a:t>‘</a:t>
            </a:r>
            <a:r>
              <a:rPr lang="ko-KR" altLang="en-US" dirty="0" err="1"/>
              <a:t>캐피탈리듬</a:t>
            </a:r>
            <a:r>
              <a:rPr lang="ko-KR" altLang="en-US" dirty="0"/>
              <a:t> 호</a:t>
            </a:r>
            <a:r>
              <a:rPr lang="en-US" altLang="ko-KR" dirty="0"/>
              <a:t>’</a:t>
            </a:r>
            <a:r>
              <a:rPr lang="ko-KR" altLang="en-US" dirty="0"/>
              <a:t>의 함장인 플레이어가</a:t>
            </a:r>
            <a:r>
              <a:rPr lang="en-US" altLang="ko-KR" dirty="0"/>
              <a:t>, </a:t>
            </a:r>
            <a:r>
              <a:rPr lang="ko-KR" altLang="en-US" dirty="0"/>
              <a:t> 상대 전함에서 날아오는 레이저를 막아내며 전투에서 승리하는 것이 목적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71" y="1540933"/>
            <a:ext cx="3619596" cy="369146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805988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532" y="821268"/>
            <a:ext cx="9635067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294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게임 세부 소개</a:t>
            </a:r>
          </a:p>
        </p:txBody>
      </p:sp>
    </p:spTree>
    <p:extLst>
      <p:ext uri="{BB962C8B-B14F-4D97-AF65-F5344CB8AC3E}">
        <p14:creationId xmlns:p14="http://schemas.microsoft.com/office/powerpoint/2010/main" val="2537192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플랫폼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097864" y="2453898"/>
            <a:ext cx="7389824" cy="3695136"/>
          </a:xfrm>
        </p:spPr>
        <p:txBody>
          <a:bodyPr/>
          <a:lstStyle/>
          <a:p>
            <a:pPr algn="ctr"/>
            <a:r>
              <a:rPr lang="ko-KR" altLang="en-US" dirty="0" err="1"/>
              <a:t>안드로이드</a:t>
            </a:r>
            <a:r>
              <a:rPr lang="ko-KR" altLang="en-US" dirty="0"/>
              <a:t> </a:t>
            </a:r>
            <a:r>
              <a:rPr lang="ko-KR" altLang="en-US" dirty="0" err="1"/>
              <a:t>스마트폰</a:t>
            </a:r>
            <a:r>
              <a:rPr lang="ko-KR" altLang="en-US" dirty="0"/>
              <a:t> </a:t>
            </a:r>
            <a:r>
              <a:rPr lang="en-US" altLang="ko-KR" dirty="0"/>
              <a:t>(Galaxy</a:t>
            </a:r>
            <a:r>
              <a:rPr lang="ko-KR" altLang="en-US" dirty="0"/>
              <a:t> </a:t>
            </a:r>
            <a:r>
              <a:rPr lang="en-US" altLang="ko-KR" dirty="0"/>
              <a:t>S3)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해상도 </a:t>
            </a:r>
            <a:r>
              <a:rPr lang="en-US" altLang="ko-KR" dirty="0"/>
              <a:t>:  1280 * 720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/>
              <a:t>접근성</a:t>
            </a:r>
            <a:r>
              <a:rPr lang="ko-KR" altLang="en-US" dirty="0"/>
              <a:t> </a:t>
            </a:r>
            <a:r>
              <a:rPr lang="en-US" altLang="ko-KR" dirty="0"/>
              <a:t>&amp; </a:t>
            </a:r>
            <a:r>
              <a:rPr lang="ko-KR" altLang="en-US" dirty="0" err="1"/>
              <a:t>안드로이드</a:t>
            </a:r>
            <a:r>
              <a:rPr lang="ko-KR" altLang="en-US" dirty="0"/>
              <a:t> 개발 호기심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7542" y="1490931"/>
            <a:ext cx="2517230" cy="475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54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시스템 </a:t>
            </a:r>
            <a:r>
              <a:rPr lang="en-US" altLang="ko-KR" dirty="0"/>
              <a:t>– </a:t>
            </a:r>
            <a:r>
              <a:rPr lang="ko-KR" altLang="en-US" dirty="0"/>
              <a:t>플레이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11399" y="1799731"/>
            <a:ext cx="7518400" cy="3695136"/>
          </a:xfrm>
        </p:spPr>
        <p:txBody>
          <a:bodyPr/>
          <a:lstStyle/>
          <a:p>
            <a:pPr marL="0" indent="0" algn="ctr">
              <a:buNone/>
            </a:pPr>
            <a:endParaRPr lang="en-US" altLang="ko-KR" dirty="0"/>
          </a:p>
          <a:p>
            <a:pPr algn="ctr"/>
            <a:r>
              <a:rPr lang="ko-KR" altLang="en-US" dirty="0"/>
              <a:t>리듬에 맞춰 떨어지는 노트를 터치로 처리</a:t>
            </a:r>
            <a:r>
              <a:rPr lang="en-US" altLang="ko-KR" dirty="0"/>
              <a:t>, </a:t>
            </a:r>
            <a:r>
              <a:rPr lang="ko-KR" altLang="en-US" dirty="0"/>
              <a:t>노트의 처리에 따라 증감하는 체력을 일정 수준 이상 유지하는 것이 목표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78662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900" y="2119206"/>
            <a:ext cx="7089563" cy="330146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883" y="4105697"/>
            <a:ext cx="1559118" cy="154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15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 리듬게임과의 차이점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667934" y="2671798"/>
            <a:ext cx="8729133" cy="2560602"/>
          </a:xfrm>
        </p:spPr>
        <p:txBody>
          <a:bodyPr/>
          <a:lstStyle/>
          <a:p>
            <a:pPr marL="0" indent="0" algn="ctr">
              <a:buNone/>
            </a:pPr>
            <a:endParaRPr lang="en-US" altLang="ko-KR" dirty="0"/>
          </a:p>
          <a:p>
            <a:pPr algn="ctr"/>
            <a:r>
              <a:rPr lang="ko-KR" altLang="en-US" dirty="0"/>
              <a:t>레인 구분이 명확하지 않음</a:t>
            </a:r>
            <a:endParaRPr lang="en-US" altLang="ko-KR" dirty="0"/>
          </a:p>
          <a:p>
            <a:pPr algn="ctr"/>
            <a:r>
              <a:rPr lang="ko-KR" altLang="en-US" dirty="0"/>
              <a:t>단순히 눌러서 처리하는 것이 아닌</a:t>
            </a:r>
            <a:r>
              <a:rPr lang="en-US" altLang="ko-KR" dirty="0"/>
              <a:t>, </a:t>
            </a:r>
            <a:r>
              <a:rPr lang="ko-KR" altLang="en-US" dirty="0"/>
              <a:t>방향에 맞추어서 튕겨내는 형태의 노트도 존재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17915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시스템 </a:t>
            </a:r>
            <a:r>
              <a:rPr lang="en-US" altLang="ko-KR" dirty="0"/>
              <a:t>- </a:t>
            </a:r>
            <a:r>
              <a:rPr lang="ko-KR" altLang="en-US" dirty="0"/>
              <a:t>모드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4079" y="5417379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모의 전투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7558" y="541737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960" y="2171700"/>
            <a:ext cx="2869528" cy="286952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981" y="2171700"/>
            <a:ext cx="30099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03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60962" y="237067"/>
            <a:ext cx="10353761" cy="1326321"/>
          </a:xfrm>
        </p:spPr>
        <p:txBody>
          <a:bodyPr/>
          <a:lstStyle/>
          <a:p>
            <a:r>
              <a:rPr lang="ko-KR" altLang="en-US" dirty="0"/>
              <a:t>게임 시스템 </a:t>
            </a:r>
            <a:r>
              <a:rPr lang="en-US" altLang="ko-KR" dirty="0"/>
              <a:t>– </a:t>
            </a:r>
            <a:r>
              <a:rPr lang="ko-KR" altLang="en-US" dirty="0"/>
              <a:t>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2448" y="332316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일반 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3501" y="3323166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윗</a:t>
            </a:r>
            <a:r>
              <a:rPr lang="ko-KR" altLang="en-US" dirty="0"/>
              <a:t> 방향 노트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650" y="2266747"/>
            <a:ext cx="1765300" cy="35306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873" y="2266747"/>
            <a:ext cx="1841500" cy="3683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650" y="4395857"/>
            <a:ext cx="1765300" cy="3530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12763" y="5736166"/>
            <a:ext cx="1685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왼쪽 방향 노트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873" y="4380617"/>
            <a:ext cx="1841500" cy="368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82669" y="5736166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오른쪽 방향 노트</a:t>
            </a:r>
          </a:p>
        </p:txBody>
      </p:sp>
    </p:spTree>
    <p:extLst>
      <p:ext uri="{BB962C8B-B14F-4D97-AF65-F5344CB8AC3E}">
        <p14:creationId xmlns:p14="http://schemas.microsoft.com/office/powerpoint/2010/main" val="1788128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60962" y="237067"/>
            <a:ext cx="10353761" cy="1326321"/>
          </a:xfrm>
        </p:spPr>
        <p:txBody>
          <a:bodyPr/>
          <a:lstStyle/>
          <a:p>
            <a:r>
              <a:rPr lang="ko-KR" altLang="en-US" dirty="0"/>
              <a:t>게임 시스템 </a:t>
            </a:r>
            <a:r>
              <a:rPr lang="en-US" altLang="ko-KR" dirty="0"/>
              <a:t>– </a:t>
            </a:r>
            <a:r>
              <a:rPr lang="ko-KR" altLang="en-US" dirty="0"/>
              <a:t>판정 체계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48" y="4631266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±0.025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338057" y="4631266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±0.1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153533" y="4631265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±0.25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0117351" y="46312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87" y="2082799"/>
            <a:ext cx="3291189" cy="329118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108" y="2018462"/>
            <a:ext cx="3419861" cy="341986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132" y="1649085"/>
            <a:ext cx="4241800" cy="42418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450" y="2082799"/>
            <a:ext cx="32893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03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시연</a:t>
            </a:r>
          </a:p>
        </p:txBody>
      </p:sp>
    </p:spTree>
    <p:extLst>
      <p:ext uri="{BB962C8B-B14F-4D97-AF65-F5344CB8AC3E}">
        <p14:creationId xmlns:p14="http://schemas.microsoft.com/office/powerpoint/2010/main" val="1581064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0275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20130626_율공간_심플깔끔보고서스타일</Template>
  <TotalTime>456</TotalTime>
  <Words>231</Words>
  <Application>Microsoft Office PowerPoint</Application>
  <PresentationFormat>와이드스크린</PresentationFormat>
  <Paragraphs>66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맑은 고딕</vt:lpstr>
      <vt:lpstr>Arial</vt:lpstr>
      <vt:lpstr>Bookman Old Style</vt:lpstr>
      <vt:lpstr>Rockwell</vt:lpstr>
      <vt:lpstr>Damask</vt:lpstr>
      <vt:lpstr>팀 노량진스</vt:lpstr>
      <vt:lpstr>목차</vt:lpstr>
      <vt:lpstr>팀원 소개</vt:lpstr>
      <vt:lpstr>중간 발표 이후 진척 상황</vt:lpstr>
      <vt:lpstr>제작 동기</vt:lpstr>
      <vt:lpstr>게임 기본 정보</vt:lpstr>
      <vt:lpstr>게임 컨셉</vt:lpstr>
      <vt:lpstr>PowerPoint 프레젠테이션</vt:lpstr>
      <vt:lpstr>PowerPoint 프레젠테이션</vt:lpstr>
      <vt:lpstr>게임 세부 소개</vt:lpstr>
      <vt:lpstr>플랫폼</vt:lpstr>
      <vt:lpstr>게임 시스템 – 플레이 방식</vt:lpstr>
      <vt:lpstr>PowerPoint 프레젠테이션</vt:lpstr>
      <vt:lpstr>타 리듬게임과의 차이점</vt:lpstr>
      <vt:lpstr>게임 시스템 - 모드</vt:lpstr>
      <vt:lpstr>게임 시스템 – 노트</vt:lpstr>
      <vt:lpstr>게임 시스템 – 판정 체계</vt:lpstr>
      <vt:lpstr>시연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 노량진스</dc:title>
  <dc:creator>박호연</dc:creator>
  <cp:lastModifiedBy>박호연</cp:lastModifiedBy>
  <cp:revision>45</cp:revision>
  <dcterms:created xsi:type="dcterms:W3CDTF">2016-08-05T05:54:04Z</dcterms:created>
  <dcterms:modified xsi:type="dcterms:W3CDTF">2016-09-08T15:27:47Z</dcterms:modified>
</cp:coreProperties>
</file>